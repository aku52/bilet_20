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2" r:id="rId4"/>
    <p:sldId id="263" r:id="rId5"/>
    <p:sldId id="264" r:id="rId6"/>
  </p:sldIdLst>
  <p:sldSz cx="14630400" cy="8229600"/>
  <p:notesSz cx="8229600" cy="14630400"/>
  <p:embeddedFontLst>
    <p:embeddedFont>
      <p:font typeface="Alice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Lora" pitchFamily="2" charset="-52"/>
      <p:regular r:id="rId13"/>
      <p:bold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4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366" y="699373"/>
            <a:ext cx="230147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 </a:t>
            </a:r>
            <a:r>
              <a:rPr lang="en-US" sz="20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История</a:t>
            </a: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финансов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4366" y="1171099"/>
            <a:ext cx="8057793" cy="575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От первобытности до современности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4366" y="4629150"/>
            <a:ext cx="13341668" cy="22860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3232071" y="4076879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6" name="Shape 4"/>
          <p:cNvSpPr/>
          <p:nvPr/>
        </p:nvSpPr>
        <p:spPr>
          <a:xfrm>
            <a:off x="3036451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3105448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593056" y="2022515"/>
            <a:ext cx="330100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Первобытно-общинный строй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8437" y="2420541"/>
            <a:ext cx="483036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было государства – не было и финансов.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6338" y="4629090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11" name="Shape 9"/>
          <p:cNvSpPr/>
          <p:nvPr/>
        </p:nvSpPr>
        <p:spPr>
          <a:xfrm>
            <a:off x="5750719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5819715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4224814" y="5365552"/>
            <a:ext cx="346614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Рабовладельческое государство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2705" y="5763578"/>
            <a:ext cx="4830485" cy="176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Возникла необходимость централизации части экономических благ в руках правителей для содержания войска, охраны границ, сохранения власти и т.п. Потребности государства удовлетворялась путем установления различного рода натуральных повинностей и сборов.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60725" y="4076879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65106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102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459260" y="2022515"/>
            <a:ext cx="4426029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Развитие товарно-денежных отношений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57092" y="2420541"/>
            <a:ext cx="4830485" cy="147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Государственность и экономика укреплялись. Потребность в централизации части доходов общества увеличилась. Формирование и использование общегосударственного фонда стало носить устойчивый и системный характер.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375112" y="4629090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79493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2" name="Text 20"/>
          <p:cNvSpPr/>
          <p:nvPr/>
        </p:nvSpPr>
        <p:spPr>
          <a:xfrm>
            <a:off x="11248489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0162461" y="5365552"/>
            <a:ext cx="2448520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Формирование систем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71478" y="5763578"/>
            <a:ext cx="4830485" cy="147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Постепенно возникли системы государственных доходов и расходов с определенным составом, структурой и законодательным закреплением. Налоги в денежной форме стали основным источником наполнения бюджета.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92" y="457795"/>
            <a:ext cx="6340554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Эволюция бюджетных расходов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2692" y="1394222"/>
            <a:ext cx="2338983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Основные направления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2692" y="1820823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военные цели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2692" y="2145506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Управление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2692" y="2470190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Поддержание тех или иных сфер экономики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2692" y="2794873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социальные нужды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2692" y="3211116"/>
            <a:ext cx="6529388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Отношения, связанные с формированием и использованием бюджета стали называться финансовыми отношениями.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012" y="-53578"/>
            <a:ext cx="6529388" cy="65293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9572" y="6768148"/>
            <a:ext cx="13465016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Крупномасштабное и качественно новое развитие финансовых отношений произошло в 19-20 в. Во всех странах произошло огосударствление значительной части национальных доходов. Государство стало собственником и распорядителем до 50 % его объема.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804" y="831294"/>
            <a:ext cx="13017460" cy="643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Экономическая сущность и необходимость финансов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804" y="1886664"/>
            <a:ext cx="13188791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Экономическая сущность финансов познается на основе дифференциации этой категории с другой родственной категорией – деньги. Деньги – это товар особого рода, стихийно выделившийся в общей массе товаров. Его особенность состоит в том, что он по сути представляет собой всеобщий эквивалент, с помощью которого измеряются затраты труда товаропроизводителей.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0804" y="3312795"/>
            <a:ext cx="2574250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Функции денег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0804" y="3840361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Меры стоимости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0804" y="4241959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Средства сбережения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0804" y="4643557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Средства платежа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0804" y="5010948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Мировых денег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4042" y="3312795"/>
            <a:ext cx="2574250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Финансы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74042" y="3840361"/>
            <a:ext cx="634317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Финансы представляют собой только специфическую часть денежных отношений, где деньги, присутствуя, не выполняют ни одной из своих классических функций, а используются как инструмент распределения вновь созданной стоимости.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720804" y="6079927"/>
            <a:ext cx="13188791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Распределение также обеспечивает движение части стоимости к потребителям. Распределительные процессы возникают только на второй стадии процесса общественного воспроизводства. Они обеспечивают обособление части созданных доходов в целевые фонды денежных средств: </a:t>
            </a:r>
            <a:r>
              <a:rPr lang="en-US" sz="1600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централизованных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(функционируют на уровне государства) и </a:t>
            </a:r>
            <a:r>
              <a:rPr lang="en-US" sz="1600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децентрализованных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(функционируют на уровне микроэкономики).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781407"/>
            <a:ext cx="550247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Функции финансов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0334" y="1909405"/>
            <a:ext cx="13089731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Предназначение финансов, как уже указывалось, сводится к распределению доходов общества и контролю за распределительными процессами. Поэтому, финансам свойственны две функции: распределительная и контрольная.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0334" y="2861310"/>
            <a:ext cx="6434852" cy="4586764"/>
          </a:xfrm>
          <a:prstGeom prst="roundRect">
            <a:avLst>
              <a:gd name="adj" fmla="val 72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334" y="2861310"/>
            <a:ext cx="121920" cy="4586764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1142762" y="3111818"/>
            <a:ext cx="3809048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Распределительная функция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42762" y="3587710"/>
            <a:ext cx="5811917" cy="105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Проявляется при распределении национального дохода, когда происходит создание так называемых основных, или первичных доходов.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2762" y="4776311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Отраслями сферы материального производства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2762" y="5205532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Отдельными территориями, регионами страны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2762" y="5634752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Формами собственности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2762" y="6063972"/>
            <a:ext cx="5811917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Производственной и непроизводственной сферами экономики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2762" y="6845379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Социальными группами населения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25214" y="2861310"/>
            <a:ext cx="6434852" cy="4586764"/>
          </a:xfrm>
          <a:prstGeom prst="roundRect">
            <a:avLst>
              <a:gd name="adj" fmla="val 72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5214" y="2861310"/>
            <a:ext cx="121920" cy="4586764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7797641" y="3111818"/>
            <a:ext cx="298311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Контрольная функция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797641" y="3587710"/>
            <a:ext cx="5811917" cy="140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Проявляется в контроле за распределением валового внутреннего продукта (ВВП) и национального дохода по соответствующим фондам и расходованием их по целевому назначению.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97641" y="5128498"/>
            <a:ext cx="5811917" cy="105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Реализуется через специальный финансовый аппарат (Министерство финансов, Комитет государственного контроля и др.).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0729"/>
            <a:ext cx="90574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 </a:t>
            </a:r>
            <a:r>
              <a:rPr lang="en-US" sz="445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Финансовые</a:t>
            </a: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ресурсы государства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9670"/>
            <a:ext cx="5975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Понятие, состав и источники формирования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141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Финансовые ресурсы – это совокупность реальных денежных средств, находящихся в распоряжении государства, хозяйствующих субъектов, органов местного самоуправления.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7951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878860" y="38376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38729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Денежные средства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436340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Всегда являются денежными средствами.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35893" y="37951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5320963" y="38376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973008" y="3872984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Собственник или распорядитель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73008" y="471773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Всегда имеют собственника или лицо, которое распоряжается ими.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77995" y="37951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9763065" y="38376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0415111" y="3872984"/>
            <a:ext cx="3388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Целевая направленность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415111" y="4363403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расширение производства, материальное стимулирование и социальные нужды работников, приобретение оборудования и т.д.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7959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Важнейшим источником финансовых ресурсов государства выступает ВВП.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526</Words>
  <Application>Microsoft Office PowerPoint</Application>
  <PresentationFormat>Произвольный</PresentationFormat>
  <Paragraphs>62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Alice</vt:lpstr>
      <vt:lpstr>Lora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Рудковская Ольга Геннадьевна</dc:creator>
  <cp:lastModifiedBy>Ольга Алилуева</cp:lastModifiedBy>
  <cp:revision>7</cp:revision>
  <dcterms:created xsi:type="dcterms:W3CDTF">2025-08-28T13:44:47Z</dcterms:created>
  <dcterms:modified xsi:type="dcterms:W3CDTF">2026-01-07T10:31:07Z</dcterms:modified>
</cp:coreProperties>
</file>